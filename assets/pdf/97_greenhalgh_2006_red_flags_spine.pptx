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53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257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395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037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4057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175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61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536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94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31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95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CD631-F86E-4B22-87FD-258CC5DC1E93}" type="datetimeFigureOut">
              <a:rPr lang="en-GB" smtClean="0"/>
              <a:t>07/08/2013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8D6ED-787D-41CE-B328-268EB2F69E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426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044310140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654" y="116632"/>
            <a:ext cx="4680570" cy="6480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310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Selfe</dc:creator>
  <cp:lastModifiedBy>James Selfe</cp:lastModifiedBy>
  <cp:revision>1</cp:revision>
  <dcterms:created xsi:type="dcterms:W3CDTF">2013-08-07T07:53:56Z</dcterms:created>
  <dcterms:modified xsi:type="dcterms:W3CDTF">2013-08-07T07:55:04Z</dcterms:modified>
</cp:coreProperties>
</file>